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42D"/>
                </a:solidFill>
              </a:defRPr>
            </a:pPr>
            <a:r>
              <a:t>Green Campus Sustainability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756F"/>
                </a:solidFill>
              </a:defRPr>
            </a:pPr>
            <a:r>
              <a:t>Simple explanation of the system, website flow, calculations, and demo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7F62"/>
                </a:solidFill>
              </a:defRPr>
            </a:pPr>
            <a:r>
              <a:t>User guide and explanation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Green Campus helps monitor energy, water, waste, and solar performance in one dashboard.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It is designed for college or university campuses where usage changes with occupancy, seasons, and academic schedules.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The system supports daily operations, future forecasting, sustainability scoring, and dataset import/export.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Campus utility information is often spread across Excel files and separate teams.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It is hard to understand current consumption, compare buildings, and plan for upcoming months.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This platform brings all resource data into one place and converts it into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Frontend: React dashboard for login, filters, charts, AI panels, simulator, import, reset, and export.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Backend: FastAPI service that reads campus data, calculates metrics, and returns APIs for the frontend.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Database: Stores raw energy, water, waste, solar, and user records.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Deployment: Frontend and backend are both live, while local development is still available for new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Main Website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Step 1: User logs in to the platform.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Step 2: Dashboard loads campus summary, alerts, risk, forecasts, charts, and assumptions.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Step 3: User can filter by building and forecast mode.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Step 4: User can import a fresh Excel file, export the current workbook, or reset data.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Step 5: User reviews AI insights and runs what-if simulations.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What Data The Platform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Energy sheet: date, building, energy_kwh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Water sheet: date, building, water_kl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Waste sheet: date, building, waste_kg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Solar sheet: date, building, solar_kwh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User table: username, password hash,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Dashboard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Operations snapshot: current scope, forecast mode, import/export controls, KPI cards, seasonal outlook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Performance intelligence: carbon footprint, solar operations, resource mix, trends, alerts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AI planning studio: insights, risk, forecasts, scenario simulator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Governance and reference: building ranking and assumptions glossary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Calculation Logic: Summary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Gross Energy = sum of electricity consumption in the selected scope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Solar = sum of solar generation in the selected scope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Net Energy = max(Gross Energy - Solar, 0)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Export to Grid = max(Solar - Gross Energy, 0)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Water = sum of water records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Waste = sum of waste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Calculation Logic: Carbon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Emission factor used in the project = 0.82 kg CO2 per kWh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Net Carbon = Net Energy x 0.82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Gross Carbon = Gross Energy x 0.82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Solar Avoided Carbon = min(Solar, Gross Energy) x 0.82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This makes the carbon section easy to explain in both operational and sustainability terms.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Calculation Logic: Green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Benchmarks: Energy 100000, Water 20000, Waste 30000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Energy Score = min(Net Energy / 100000, 1)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Water Score = min(Water / 20000, 1)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Waste Score = min(Waste / 30000, 1)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Weighted Efficiency = 0.5 x Energy Score + 0.3 x Water Score + 0.2 x Waste Score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Green Index = (1 - Weighted Efficiency) x 100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Higher Green Index means better sustainability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How Forecasting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Forecast modes available: daily, monthly, yearly, and seasonal.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Historical records are grouped by the selected granularity.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The system finds recurring cycle averages from past periods.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Future values are created by repeating those cycle averages in the next periods.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This gives practical operational forecasting even without heavy ML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Seasonal and Occupancy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The project includes academic occupancy factors by month.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Lower occupancy months like June and July reduce expected campus demand.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The seasonal panel compares current month occupancy with the next month.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It also estimates when solar may offset most of the load or become export-ready.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AI Features In Plain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Risk Engine: estimates whether upcoming usage is low, medium, or high risk.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Insights: identifies anomalies, opportunities, and recommendations.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Alert Center: highlights unusual changes and export-ready days.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Scenario Simulator: tests what happens if energy, water, and waste reduce or solar increases.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Excel Import and Export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Import Excel: uploads a fresh workbook and replaces old campus resource data.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Export Excel: downloads a workbook with summary, building performance, and all raw sheets.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Reset Data: clears current solar, energy, water, and waste records for a fresh view.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This makes the platform practical for demos, audits, and management sharing.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1. Open login page and log in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2. Show dashboard overview and explain KPI cards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3. Change building and forecast granularity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4. Open carbon, solar, alerts, and resource charts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5. Explain AI insights, seasonal outlook, and scenario simulator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6. Import the sample workbook and show how data refreshes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7. Export the workbook and explain the generated sheets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62"/>
          </a:solidFill>
          <a:ln>
            <a:solidFill>
              <a:srgbClr val="1B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42D"/>
                </a:solidFill>
              </a:defRPr>
            </a:pPr>
            <a:r>
              <a:t>Why This Project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Easy for campus administrators to understand current performance.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Helps compare buildings and detect wasteful patterns early.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Supports planning for low-occupancy periods, solar contribution, and carbon reduction.</a:t>
            </a:r>
          </a:p>
          <a:p>
            <a:pPr>
              <a:spcAft>
                <a:spcPts val="1000"/>
              </a:spcAft>
              <a:defRPr sz="2000">
                <a:solidFill>
                  <a:srgbClr val="17342D"/>
                </a:solidFill>
              </a:defRPr>
            </a:pPr>
            <a:r>
              <a:t>Provides a strong base for future features like reports, alerts, optimization, and occupancy-aware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